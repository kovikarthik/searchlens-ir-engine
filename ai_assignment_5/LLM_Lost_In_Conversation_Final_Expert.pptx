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latin typeface="Times New Roman"/>
              </a:defRPr>
            </a:pPr>
            <a:r>
              <a:t>LLMs Get Lost In Multi-Turn Conversation</a:t>
            </a:r>
          </a:p>
          <a:p>
            <a:pPr algn="ctr">
              <a:defRPr sz="2800">
                <a:latin typeface="Times New Roman"/>
              </a:defRPr>
            </a:pPr>
            <a:r>
              <a:t>A Deep Dive into the Reliability Gap of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latin typeface="Times New Roman"/>
              </a:defRPr>
            </a:pPr>
            <a:r>
              <a:t>Presented by: Karthik Kovi</a:t>
            </a:r>
          </a:p>
          <a:p>
            <a:pPr algn="ctr">
              <a:defRPr sz="2000">
                <a:latin typeface="Times New Roman"/>
              </a:defRPr>
            </a:pPr>
            <a:r>
              <a:t>[INSERT VIDEO LINK HERE]</a:t>
            </a:r>
          </a:p>
          <a:p>
            <a:pPr algn="ctr">
              <a:defRPr sz="2000">
                <a:latin typeface="Times New Roman"/>
              </a:defRPr>
            </a:pPr>
            <a:r>
              <a:t>ICLR 2026: Outstanding Paper Award (Oral)</a:t>
            </a:r>
          </a:p>
          <a:p>
            <a:pPr algn="ctr">
              <a:defRPr sz="2000">
                <a:latin typeface="Times New Roman"/>
              </a:defRPr>
            </a:pPr>
            <a:r>
              <a:t>California State University, Long Beach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Research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Authors: Philippe Laban, Hiroaki Hayashi, Yingbo Zhou, Jennifer Neville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Source: Salesforce AI Research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Venue: ICLR 2026 (Oral Presentation - Top 2% of papers)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Core Objective: To investigate why AI fails as conversations grow longer.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Scope: 200,000+ simulations across 6 technical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'Invisible Ceiling'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Most AI benchmarks (MMLU, HumanEval) only test 'Single-Turn' intelligence.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Real human-AI collaboration is 'Multi-Turn' (Iterative).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Problem: Being 'smart' in one turn does not guarantee reliability in turn five.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Discovery: A universal 39% performance drop occurs in conversational settings.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Analogy: The Game of Telephone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Imagine a world-class Professor in a thick fog.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Professor has a high IQ (Knowledge), but every turn adds more 'noise' (Fog).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Professor starts making guesses about what was said earlier.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Eventually, the Professor solves an imaginary problem, not the user's task.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is the 'Lost in Conversation'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Aptitude vs.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Aptitude (The Potential):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The model's ability to solve a task when all information is given upfront.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Reliability (The Performance):</a:t>
            </a:r>
          </a:p>
          <a:p>
            <a:pPr lvl="1">
              <a:spcAft>
                <a:spcPts val="1200"/>
              </a:spcAft>
              <a:defRPr sz="1800">
                <a:latin typeface="Times New Roman"/>
              </a:defRPr>
            </a:pPr>
            <a:r>
              <a:t>The model's ability to maintain success as information is revealed gradually.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Finding: Reliability is often less than half of Aptitude for many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Methodology: Sharded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How do we measure 'getting lost' scientifically?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Sharding: Breaking a complex instruction into atomic, required pieces.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 User AI reveals one 'shard' at a time.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Assistant LLM must wait until the final shard to produce the result.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simulates real-world requirements gathering.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6 Evaluation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1. Code: Python function generation from scattered requirements.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2. SQL: Database query construction via turn-by-turn schema updates.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3. Actions: API tool-calling sequences to reach a goal.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4. Math: Multi-step word problems with incremental variables.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5. Data-to-Text: Converting raw tables into narratives piece-by-piece.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6. Summary: Distilling key facts from a gradually revealed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Performance Drop (Experimental Results)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Aptitude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Multi-Turn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Reliability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Avg. Success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Gemini 1.5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Llama-3-70B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Claude 3.5 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Analysis: Scaling parameters isn't 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We tested models from 8B to 1T+ parameters.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Result: Larger models (IQ) do NOT have higher reliability.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Scaling parameters increases Aptitude but the relative 'drop' stays the same.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 fact, more verbose models suffer more from 'self-generated noise'.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Reasoning Paradox (o3 / DeepSeek-R1)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Thinking/Reasoning models use internal CoT to 'think' about the chat.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Finding: They still get lost.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Reasoning Snowballing: When the model's logic is perfect but the premise (history) is flawed.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model 'deep thinks' its way into reinforcing an early mistake.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Root Cause: Premature Finality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LLMs are trained to be helpful and eager.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They often attempt to 'solve' the task at Turn 1, even if it's underspecified.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They 'lock in' a plan and refuse to change it when new info arrives.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Commitment Bias: The model favors its first guess over the user's second instruction.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Root Cause: The Noise in the 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LLMs read their own previous responses with higher authority.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 verbose Turn 1 'pollutes' the context window with self-generated fluff.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model starts paying more attention to its own chatter than the user's shards.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Brevity is the soul of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Case Study: SQL Query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1: Model assumes 'INNER JOIN' is needed.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2: User adds a requirement that only 'LEFT JOIN' can solve.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Turn 3: Model keeps the 'INNER JOIN' but adds complex filters to mimic a LEFT JOIN.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Result: The logic fails because the model wouldn't 'admit' its first plan was wrong.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'Point of No Return'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START ] -&gt; User gives partial info.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GUESS ] -&gt; Model assumes the rest (Commitment).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NEW INFO ] -&gt; User provides Shard 2.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      |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[ FAILURE ] -&gt; Model tries to 'patch' the guess instead of restarting.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Observation: Once a guess is made, recovery chance is &lt; 5%.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Implications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Autonomous agents perform hundreds of turns in a loop.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If reliability drops 39% in 3 turns, it hits 0% in long agentic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This explains why many 'AI Coding Agents' fail on complex projects.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We must solve Multi-Turn Stability to build the next generation of agents.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Expert Suggestion: Training for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Native Multi-Turn RL: Rewards for asking clarification questions.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Penalize 'Premature Guessing'.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Data: Training sets must include 'Course-Correction'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Architecture: Separating 'Historical Fact' from 'Model Guess' in memory.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Expert Suggestion: Survival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1. 'If time allows, try again': Start new chats for complex tasks.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2. Consolidate: Copy key facts and paste into a fresh prompt periodically.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3. Set Rules: 'Do not assume. If info is missing, ask me first.'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4. Brevity: Use System Prompts that enforce short, precise answers.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The Future: Beyond Static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MMLU and HumanEval are becoming obsolete for real-world AI.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new standard: 'Reliability Retention Rate'.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Success = Staying 100% focused over 20+ turns of complex dialogue.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Salesforce's 'Sharded-Eval' is the first step toward this future.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LLMs don't fail because they are 'dumb'; they fail because they get 'lost'.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The 39% reliability gap is the biggest barrier to AI autonomy.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Interaction is the heart of AI—stability is the next frontier.</a:t>
            </a:r>
          </a:p>
          <a:p>
            <a:pPr>
              <a:spcAft>
                <a:spcPts val="1200"/>
              </a:spcAft>
              <a:defRPr sz="2200">
                <a:latin typeface="Times New Roman"/>
              </a:defRPr>
            </a:pPr>
            <a:r>
              <a:t>Outstanding Paper Award: A wakeup call for the industry.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400">
                <a:latin typeface="Times New Roman"/>
              </a:defRPr>
            </a:pPr>
            <a:r>
              <a:t>Thank You!</a:t>
            </a:r>
          </a:p>
          <a:p>
            <a:pPr algn="ctr">
              <a:defRPr sz="3200">
                <a:latin typeface="Times New Roman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