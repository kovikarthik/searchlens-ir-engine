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/>
            </a:pPr>
            <a:r>
              <a:t>SearchLens</a:t>
            </a:r>
          </a:p>
          <a:p>
            <a:pPr algn="ctr">
              <a:defRPr sz="2400"/>
            </a:pPr>
            <a:r>
              <a:t>Presented by: Karthik Kovi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/>
            </a:pPr>
            <a:r>
              <a:t>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Search engines are critical.</a:t>
            </a:r>
          </a:p>
          <a:p>
            <a:pPr>
              <a:spcAft>
                <a:spcPts val="1200"/>
              </a:spcAft>
              <a:defRPr sz="2400"/>
            </a:pPr>
            <a:r>
              <a:t>Reproduction is key.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